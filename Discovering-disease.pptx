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4102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4294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2013239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7139788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83634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98172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9616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3944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586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159C4D-23A7-559A-9348-A001AFC682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DC69FA-41BC-5080-1825-1029B9ABA8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97537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44568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344458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4957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98394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2778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52222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51986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89677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95877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24775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49299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85075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85663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50564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3819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92935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08963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6602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90407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5920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26017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70052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208787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97240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5785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57730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59826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1016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7220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621924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83490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64592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83308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61424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62370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76946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214811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255478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31703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62756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24688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104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297686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854413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48842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4154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47477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980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96693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49245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9026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48407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8752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5924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74780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530382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1794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72857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22053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019706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614991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244976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06918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Discovering-the-cause-of-every-disease</a:t>
            </a:r>
            <a:endParaRPr lang="en-US"/>
          </a:p>
        </p:txBody>
      </p:sp>
      <p:sp>
        <p:nvSpPr>
          <p:cNvPr id="544379644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 sz="2600"/>
              <a:t>Ali Faraj</a:t>
            </a:r>
            <a:endParaRPr sz="8000"/>
          </a:p>
          <a:p>
            <a:pPr>
              <a:defRPr/>
            </a:pPr>
            <a:r>
              <a:rPr lang="en-US" sz="2600"/>
              <a:t>Anil Tarachandani</a:t>
            </a:r>
            <a:endParaRPr sz="8000"/>
          </a:p>
          <a:p>
            <a:pPr>
              <a:defRPr/>
            </a:pPr>
            <a:r>
              <a:rPr lang="en-US" sz="2600"/>
              <a:t>Alexander Fassio</a:t>
            </a:r>
            <a:endParaRPr sz="8000"/>
          </a:p>
          <a:p>
            <a:pPr>
              <a:defRPr/>
            </a:pPr>
            <a:r>
              <a:rPr lang="en-US" sz="2600"/>
              <a:t>Matt Margolis</a:t>
            </a:r>
            <a:endParaRPr sz="8000"/>
          </a:p>
          <a:p>
            <a:pPr>
              <a:defRPr/>
            </a:pP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Paul Maschhoff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0916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Goal</a:t>
            </a:r>
            <a:endParaRPr/>
          </a:p>
        </p:txBody>
      </p:sp>
      <p:sp>
        <p:nvSpPr>
          <p:cNvPr id="9606924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Find the cause of diseases by looking at the NHANES database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211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Method</a:t>
            </a:r>
            <a:endParaRPr/>
          </a:p>
        </p:txBody>
      </p:sp>
      <p:sp>
        <p:nvSpPr>
          <p:cNvPr id="150348982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Exposome × toxicogenomics.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NHANES measures dozens of environmental chemicals in blood and urine, including metals, phthalates, PFAS, pesticides, and VOCs.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 an exposome-wide association study: for each chemical, regress a health outcome like HbA1c, liver enzymes, or blood pressure on its level, adjusting for age, sex, and other covariates.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Take the significant chemicals into the Comparative Toxicogenomics Database (CTD) and pull their known chemical–gene interactions.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 pathway enrichment on those genes with Reactome or KEGG.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result is a population-level association paired with a candidate biological mechanism, which demos well. (It also parallelizes naturally: thousands of independent regressions fan out easily on Modal)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2026-09-22T16:35:25Z</dcterms:modified>
</cp:coreProperties>
</file>